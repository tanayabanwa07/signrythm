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5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4660"/>
  </p:normalViewPr>
  <p:slideViewPr>
    <p:cSldViewPr snapToGrid="0">
      <p:cViewPr varScale="1">
        <p:scale>
          <a:sx n="83" d="100"/>
          <a:sy n="83" d="100"/>
        </p:scale>
        <p:origin x="66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212DC-63B1-4901-BBA1-0E9BAC33D41C}" type="datetimeFigureOut">
              <a:rPr lang="en-IN" smtClean="0"/>
              <a:pPr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F3EA8-841E-473D-8AEC-E28FC8B0AF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44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65E2-C95D-46EA-998A-38DCEF0D6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EE819-928C-4720-A8AA-5AC73647F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A4B8A-0E74-42F4-A053-96A2D8441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8C4A-ABA7-466D-A68C-42F7516044B0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71C71-D8FD-4939-994D-84477E7D9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C00BF-6BED-432C-9037-5D56FFCE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035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1AEB-4D59-402D-9A56-1B4F30A51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DBC9B-2FB3-4BE4-A7DA-4FDC5836C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FCF0A-82B5-4BBA-8870-DEB7789B6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8973-FB74-46E2-96EA-819B891DAD15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CC5C7-5A5D-4CE1-8700-29AC9D85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B619E-DE02-4C3F-ADC5-8F4B437C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49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C7B8B-A95E-44F4-98E3-52A4CC934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86949-633E-495F-A44C-F1DD1F62E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6BA20-1C32-4000-92DA-DF5FD0AA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ADE3-857E-4F18-B31D-D5EAC1A1C6C3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E4997-46FC-4684-94AC-02F6DC513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EA950-E410-4B54-BE05-DCDD3312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74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E01E6-BF65-4C34-B3A6-B659CD68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F2C33-3767-472F-BD45-991A54F00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C4111-77F7-4E9C-B8E3-5CE2E9445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F7538-8C03-4803-89A2-1FC2D816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7F35-04A8-47DC-AACA-1FA23DA28373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8EFBA-6E65-47FD-8613-44C349D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09E1D-F164-4F4A-AD29-3BC8FE19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40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1170-35B2-40DF-8350-8A539698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02EE6-5BF9-4F22-98EC-A61443BFC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9CD52-4212-42DE-AE16-2734A0881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3CEA6-8B0E-4018-848E-D06DA419F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ECF992-E8BA-4F32-9F21-B79AFA8E6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820D55-DB61-4C02-8EA9-9CD390A2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96C8-767E-48A5-AEE8-AB527AEB40D0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0A79F-9EB1-4C8B-A060-8D2A0033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55B576-5575-4E69-B6E4-9E57B9D2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32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94C7-1299-445A-AA80-727CB5D7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FEBB1-AB4E-4C11-8BF5-42780D719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86E3-F91B-45FF-8B91-16434F085235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9B511-6F76-4915-B1AF-732BCED7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92E34-F782-4D15-B759-B5497A8BF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22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5FB1B-DD29-4A04-8996-FF05D89A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4F7A-1305-487F-BF15-4E0759989633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97D2F-E2A4-438D-A067-1493B899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12123-8F85-4A48-9CA6-85E9B39E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98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A615-E99F-4022-8C4A-E6A08ACB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442B3-6064-406D-9F3F-50D9E0953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191BC-0005-4884-BCCC-5A71C16FE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EEA7A-68E2-4B62-A1FA-1FEAA4DFB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512D-1A88-4BC8-885D-9CBE87E02510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BF939-FF8D-453F-9C7E-3F780B57F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5CE44-831B-4CE4-AD71-4FC7845D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3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A633-FF1A-4A86-A554-A6866ECC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3D6D8-2C0B-4D5F-A538-5C4283B76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1E03C-A71C-4EDF-9F0C-AADD5BFFF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B9132-2CBC-4D34-B53D-FF70E594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89E2-5003-4016-9156-F9C488B134A1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4237C-448B-4DA3-AE9C-AE059EAB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FD285-1884-4757-A659-7563E433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3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E18C-8BD3-42B4-9F0B-B610C4FC5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7E2DC-2260-4096-9B2B-D248E6CCC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D32D5-0297-41A7-B9FC-F69982C1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C1A1A-5F0C-4611-A557-602AF1C78DE7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F45B9-EA2C-4054-8820-FCADCEE8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1BFEC-6A34-447C-A016-DCD1C22D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10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3E80D-37D0-4A81-80CD-37785DE6A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62143-E21D-482E-A06D-6F37E88FF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BBA52-FF62-40F5-81B6-DBD727EB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4FD-1A67-4D13-B296-F4CE123C7A41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CDE25-2BBD-4C93-A912-D0062858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FCA15-45B3-493F-B198-49B81A80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41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CE65F1-B7B2-4401-8D3E-90BA7FBB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F2DFA-53EC-4E58-9868-0D1C5941E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1C156-921C-4B6C-B347-41C3EBCE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96DA8-65F3-4F66-A160-3C6E6A4E2A69}" type="datetime1">
              <a:rPr lang="en-IN" smtClean="0"/>
              <a:pPr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1EB9-BE5B-4FCE-8459-60A68128D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264B3-BCAF-4423-B5AB-31245A719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020A1-FA28-4834-83A8-C0CE35CB16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40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D11E-1799-45FA-B0C6-7D6F2A6E1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86597"/>
            <a:ext cx="12192000" cy="913827"/>
          </a:xfrm>
        </p:spPr>
        <p:txBody>
          <a:bodyPr>
            <a:normAutofit/>
          </a:bodyPr>
          <a:lstStyle/>
          <a:p>
            <a:r>
              <a:rPr lang="en-IN" sz="3600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EAST POINT COLLEGE OF ENGINEERING &amp;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E4605-4953-4CBB-B635-0B0762C43748}"/>
              </a:ext>
            </a:extLst>
          </p:cNvPr>
          <p:cNvSpPr txBox="1"/>
          <p:nvPr/>
        </p:nvSpPr>
        <p:spPr>
          <a:xfrm>
            <a:off x="1243668" y="3313043"/>
            <a:ext cx="100808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Project Title: Smart Glove for Sign Language Translation and Gesture-Controlled Home Automation</a:t>
            </a:r>
            <a:endParaRPr lang="en-US" sz="3200" b="1" dirty="0">
              <a:solidFill>
                <a:srgbClr val="002060"/>
              </a:solidFill>
            </a:endParaRPr>
          </a:p>
          <a:p>
            <a:pPr algn="ctr"/>
            <a:r>
              <a:rPr lang="en-IN" sz="3200" b="1" dirty="0">
                <a:solidFill>
                  <a:srgbClr val="002060"/>
                </a:solidFill>
              </a:rPr>
              <a:t>“</a:t>
            </a:r>
            <a:r>
              <a:rPr lang="en-IN" sz="3200" b="1" dirty="0" err="1">
                <a:solidFill>
                  <a:srgbClr val="002060"/>
                </a:solidFill>
              </a:rPr>
              <a:t>SignRythm</a:t>
            </a:r>
            <a:r>
              <a:rPr lang="en-IN" sz="3200" b="1" dirty="0">
                <a:solidFill>
                  <a:srgbClr val="002060"/>
                </a:solidFill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CF2DE-BB0C-4F8A-A1B5-9C68C76566B8}"/>
              </a:ext>
            </a:extLst>
          </p:cNvPr>
          <p:cNvSpPr txBox="1"/>
          <p:nvPr/>
        </p:nvSpPr>
        <p:spPr>
          <a:xfrm>
            <a:off x="866591" y="4770782"/>
            <a:ext cx="40102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400" b="1" dirty="0">
              <a:solidFill>
                <a:srgbClr val="002060"/>
              </a:solidFill>
            </a:endParaRPr>
          </a:p>
          <a:p>
            <a:pPr lvl="0"/>
            <a:r>
              <a:rPr lang="en-IN" b="1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                        </a:t>
            </a:r>
            <a:r>
              <a:rPr lang="en-IN" sz="2400" b="1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By</a:t>
            </a:r>
          </a:p>
          <a:p>
            <a:pPr lvl="0"/>
            <a:r>
              <a:rPr lang="en-IN" b="1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Jayalaxmi                 -   1EP22IC024</a:t>
            </a:r>
          </a:p>
          <a:p>
            <a:pPr lvl="0"/>
            <a:r>
              <a:rPr lang="en-IN" b="1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Pavan Kumar H M  -   1EP22IC039</a:t>
            </a:r>
          </a:p>
          <a:p>
            <a:r>
              <a:rPr lang="en-IN" b="1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Tanaya S                   -   1EP22IC055</a:t>
            </a:r>
          </a:p>
          <a:p>
            <a:r>
              <a:rPr lang="en-IN" b="1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Vaishnavi                 -   1EP22IC058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D2BB2-F645-4614-9A42-33A44804E7A8}"/>
              </a:ext>
            </a:extLst>
          </p:cNvPr>
          <p:cNvSpPr txBox="1"/>
          <p:nvPr/>
        </p:nvSpPr>
        <p:spPr>
          <a:xfrm>
            <a:off x="0" y="-24402"/>
            <a:ext cx="12191999" cy="58477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Department of Computer Science and Engineering (</a:t>
            </a:r>
            <a:r>
              <a:rPr lang="en-IN" sz="3200" b="1" dirty="0" err="1">
                <a:solidFill>
                  <a:schemeClr val="bg1"/>
                </a:solidFill>
              </a:rPr>
              <a:t>IoT&amp;CSBT</a:t>
            </a:r>
            <a:r>
              <a:rPr lang="en-IN" sz="32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DFF03-671F-44F5-A1B6-42884E535C90}"/>
              </a:ext>
            </a:extLst>
          </p:cNvPr>
          <p:cNvSpPr txBox="1"/>
          <p:nvPr/>
        </p:nvSpPr>
        <p:spPr>
          <a:xfrm>
            <a:off x="0" y="2729948"/>
            <a:ext cx="1219199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BIC685 - Project Presentation</a:t>
            </a:r>
          </a:p>
        </p:txBody>
      </p:sp>
      <p:pic>
        <p:nvPicPr>
          <p:cNvPr id="11" name="Picture 10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499" y="1390457"/>
            <a:ext cx="1905000" cy="129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4F4046-2247-4401-88D7-9C839B401B89}"/>
              </a:ext>
            </a:extLst>
          </p:cNvPr>
          <p:cNvSpPr txBox="1"/>
          <p:nvPr/>
        </p:nvSpPr>
        <p:spPr>
          <a:xfrm>
            <a:off x="6374512" y="4701128"/>
            <a:ext cx="55098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Under the guidance of:</a:t>
            </a:r>
          </a:p>
          <a:p>
            <a:r>
              <a:rPr lang="en-IN" b="1" dirty="0">
                <a:solidFill>
                  <a:srgbClr val="002060"/>
                </a:solidFill>
              </a:rPr>
              <a:t>Jay Prakash Malviya, Assistant Prof, Dept of CSE(</a:t>
            </a:r>
            <a:r>
              <a:rPr lang="en-IN" b="1" dirty="0" err="1">
                <a:solidFill>
                  <a:srgbClr val="002060"/>
                </a:solidFill>
              </a:rPr>
              <a:t>IoT&amp;CSBT</a:t>
            </a:r>
            <a:r>
              <a:rPr lang="en-IN" b="1" dirty="0">
                <a:solidFill>
                  <a:srgbClr val="002060"/>
                </a:solidFill>
              </a:rPr>
              <a:t>)</a:t>
            </a:r>
            <a:endParaRPr lang="en-IN" sz="2400" b="1" dirty="0">
              <a:solidFill>
                <a:srgbClr val="002060"/>
              </a:solidFill>
            </a:endParaRPr>
          </a:p>
          <a:p>
            <a:r>
              <a:rPr lang="en-IN" sz="2000" b="1" dirty="0">
                <a:solidFill>
                  <a:srgbClr val="002060"/>
                </a:solidFill>
              </a:rPr>
              <a:t>Project Committee:</a:t>
            </a:r>
          </a:p>
          <a:p>
            <a:r>
              <a:rPr lang="en-IN" b="1" dirty="0" err="1">
                <a:solidFill>
                  <a:srgbClr val="002060"/>
                </a:solidFill>
              </a:rPr>
              <a:t>Dr.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 err="1">
                <a:solidFill>
                  <a:srgbClr val="002060"/>
                </a:solidFill>
              </a:rPr>
              <a:t>Komala</a:t>
            </a:r>
            <a:r>
              <a:rPr lang="en-IN" b="1" dirty="0">
                <a:solidFill>
                  <a:srgbClr val="002060"/>
                </a:solidFill>
              </a:rPr>
              <a:t> C R, Professor, Dept. of CSE (</a:t>
            </a:r>
            <a:r>
              <a:rPr lang="en-IN" b="1" dirty="0" err="1">
                <a:solidFill>
                  <a:srgbClr val="002060"/>
                </a:solidFill>
              </a:rPr>
              <a:t>IoT&amp;CSBT</a:t>
            </a:r>
            <a:r>
              <a:rPr lang="en-IN" b="1" dirty="0">
                <a:solidFill>
                  <a:srgbClr val="002060"/>
                </a:solidFill>
              </a:rPr>
              <a:t>) </a:t>
            </a:r>
          </a:p>
          <a:p>
            <a:r>
              <a:rPr lang="en-IN" b="1" dirty="0" err="1">
                <a:solidFill>
                  <a:srgbClr val="002060"/>
                </a:solidFill>
              </a:rPr>
              <a:t>Dr.</a:t>
            </a:r>
            <a:r>
              <a:rPr lang="en-IN" b="1" dirty="0">
                <a:solidFill>
                  <a:srgbClr val="002060"/>
                </a:solidFill>
              </a:rPr>
              <a:t> Nanda Ashwin, Prof &amp; HOD, Dept. of CSE (</a:t>
            </a:r>
            <a:r>
              <a:rPr lang="en-IN" b="1" dirty="0" err="1">
                <a:solidFill>
                  <a:srgbClr val="002060"/>
                </a:solidFill>
              </a:rPr>
              <a:t>IoT&amp;CSBT</a:t>
            </a:r>
            <a:r>
              <a:rPr lang="en-IN" b="1" dirty="0">
                <a:solidFill>
                  <a:srgbClr val="002060"/>
                </a:solidFill>
              </a:rPr>
              <a:t>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3ED948-FAB7-2204-94B0-15E14274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172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F132-6DF6-4CA0-B333-B03D94DE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879291" cy="844197"/>
          </a:xfrm>
          <a:solidFill>
            <a:srgbClr val="002060"/>
          </a:solidFill>
        </p:spPr>
        <p:txBody>
          <a:bodyPr/>
          <a:lstStyle/>
          <a:p>
            <a:r>
              <a:rPr 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DD646-3FD1-42E3-B283-E0E745697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710" y="1286975"/>
            <a:ext cx="10694890" cy="4732825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 Architecture and Identification of System Components.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Demonstration of Prototype/Problems Encountered/Solutions.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Expected Outcome.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Presentation &amp; Query Handling.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Conclusion &amp; References.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Phase l Project Report.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      2                          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3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F47AA-6094-58BB-1735-8627A7C4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9651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System Architecture and Identification of System Components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CEE11-6F9C-DA91-2A8A-08A953661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669BC-9C28-58B0-A581-6882905F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</a:t>
            </a:r>
            <a:r>
              <a:rPr lang="en-IN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                                  3     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19294-F754-192E-F250-947CB840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846" y="3179042"/>
            <a:ext cx="2798307" cy="499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AEACBD-C010-4BAF-846C-C95B2A88F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741" y="1094928"/>
            <a:ext cx="6750117" cy="516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0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87EA-2D6B-51C2-4746-88BA7E704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7893"/>
          </a:xfrm>
          <a:solidFill>
            <a:srgbClr val="002060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system components: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5D5A-D802-0126-4864-ABEAF404F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957"/>
            <a:ext cx="10515600" cy="4918006"/>
          </a:xfrm>
        </p:spPr>
        <p:txBody>
          <a:bodyPr>
            <a:normAutofit/>
          </a:bodyPr>
          <a:lstStyle/>
          <a:p>
            <a:r>
              <a:rPr lang="en-IN" sz="2000" b="1" dirty="0"/>
              <a:t>ADXL345 Accelerometer:</a:t>
            </a:r>
            <a:r>
              <a:rPr lang="en-IN" sz="2000" dirty="0"/>
              <a:t> Detects hand gestures.</a:t>
            </a:r>
          </a:p>
          <a:p>
            <a:r>
              <a:rPr lang="en-US" sz="2000" b="1" dirty="0"/>
              <a:t>Arduino Board:</a:t>
            </a:r>
            <a:r>
              <a:rPr lang="en-US" sz="2000" dirty="0"/>
              <a:t> Processes sensor values and controls outputs.</a:t>
            </a:r>
          </a:p>
          <a:p>
            <a:r>
              <a:rPr lang="en-US" sz="2000" b="1" dirty="0"/>
              <a:t>LCD Display:</a:t>
            </a:r>
            <a:r>
              <a:rPr lang="en-US" sz="2000" dirty="0"/>
              <a:t> Shows gesture messages.</a:t>
            </a:r>
          </a:p>
          <a:p>
            <a:r>
              <a:rPr lang="en-IN" sz="2000" b="1" dirty="0" err="1"/>
              <a:t>DFPlayer</a:t>
            </a:r>
            <a:r>
              <a:rPr lang="en-IN" sz="2000" b="1" dirty="0"/>
              <a:t> Mini:</a:t>
            </a:r>
            <a:r>
              <a:rPr lang="en-IN" sz="2000" dirty="0"/>
              <a:t> Plays voice messages.</a:t>
            </a:r>
          </a:p>
          <a:p>
            <a:r>
              <a:rPr lang="en-US" sz="2000" b="1" dirty="0"/>
              <a:t>Relay Modules:</a:t>
            </a:r>
            <a:r>
              <a:rPr lang="en-US" sz="2000" dirty="0"/>
              <a:t> Control light and fan.</a:t>
            </a:r>
          </a:p>
          <a:p>
            <a:r>
              <a:rPr lang="en-US" sz="2000" b="1" dirty="0"/>
              <a:t>Smart Glove:</a:t>
            </a:r>
            <a:r>
              <a:rPr lang="en-US" sz="2000" dirty="0"/>
              <a:t> Holds sensors and allows gesture input.</a:t>
            </a:r>
          </a:p>
          <a:p>
            <a:r>
              <a:rPr lang="en-US" sz="2000" b="1" dirty="0"/>
              <a:t>Power Supply:</a:t>
            </a:r>
            <a:r>
              <a:rPr lang="en-US" sz="2000" dirty="0"/>
              <a:t> Provides power to all components.</a:t>
            </a:r>
            <a:endParaRPr lang="en-IN" sz="2000" dirty="0"/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48148-E902-B2D0-4531-9593B7EB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     4  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29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289D4-D5C7-822E-9A3D-23681250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14400"/>
          </a:xfrm>
          <a:solidFill>
            <a:srgbClr val="00206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Demonstration of Prototype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CDD35B-BEC1-A840-2020-266145FA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9526" y="6486144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        5                       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77170EC-CDE5-987E-BA3E-AC41D511D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1312" y="1248376"/>
            <a:ext cx="3696440" cy="49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02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280B-B08D-4054-35AA-749D679E5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32873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524F1-D286-0BFF-E12D-055717B0C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57" y="1152940"/>
            <a:ext cx="10515600" cy="531412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noise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affected gesture accuracy.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accelerometer readings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hand vibrations.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setting correct gesture thresholds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X-axis values.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module delays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audio playback.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Loose wiring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caused inconsistent relay activation.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fluctuations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affected LCD brightness and audio output.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>
              <a:buNone/>
            </a:pPr>
            <a:endParaRPr lang="en-US" sz="6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F294C-ADC1-1100-0454-5CDFDFE5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6100" y="6570637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   6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966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DF8C-2752-40E8-E354-1B5C5EA79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2"/>
            <a:ext cx="10515600" cy="955675"/>
          </a:xfrm>
          <a:solidFill>
            <a:srgbClr val="00206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Solutions </a:t>
            </a:r>
            <a:r>
              <a:rPr lang="en-US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Implemention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B9086-2096-FBCF-9DE3-8BF78B9A6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05" y="1145059"/>
            <a:ext cx="11114623" cy="510746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Calibrated the ADXL345 sensor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noise and improve accuracy.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gesture threshold ranges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more reliable detection.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delays and filtering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avoid false gesture triggers.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wiring connections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stable relay operation.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audio delay.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separate power lines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LCD, Arduino, and relays to prevent voltage drops.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gestures multiple times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fine-tune system response.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925A7-22B1-42AB-8EB4-D18A5AC8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0273" y="6481382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   7         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702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104E-C8D4-F16D-BD3B-E66FD29B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44839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Expected Outcome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E9A28-91E9-DBAA-687B-FDCE3197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283855"/>
            <a:ext cx="10515600" cy="391520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Real-time translation of sign language.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Seamless music control via gestures.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Assistive tool for differently-abled individuals</a:t>
            </a:r>
            <a:r>
              <a:rPr lang="en-US" sz="24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DBEDD-F45E-9DDD-1490-3E1B7B03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3327" y="6492875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 8             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21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54075"/>
          </a:xfrm>
          <a:solidFill>
            <a:srgbClr val="002060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10101" y="1304014"/>
            <a:ext cx="11043699" cy="4872949"/>
          </a:xfrm>
        </p:spPr>
        <p:txBody>
          <a:bodyPr>
            <a:normAutofit/>
          </a:bodyPr>
          <a:lstStyle/>
          <a:p>
            <a:pPr marL="0" indent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glove successfully translates hand gestures into text, audio, and appliance control.</a:t>
            </a:r>
          </a:p>
          <a:p>
            <a:pPr marL="0" indent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an effective communication tool for speech-impaired users.</a:t>
            </a:r>
          </a:p>
          <a:p>
            <a:pPr marL="0" indent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Gesture-based automation increases independence and ease of use.</a:t>
            </a:r>
          </a:p>
          <a:p>
            <a:pPr marL="0" indent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low-cost, portable, and performs with good accuracy.</a:t>
            </a:r>
          </a:p>
          <a:p>
            <a:pPr marL="0" indent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strong potential for future enhancements like wireless control and more gesture support.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CC43E-14F9-2A2C-842C-DAA98119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1036" y="6486144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 9           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67121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91020"/>
          </a:xfrm>
          <a:solidFill>
            <a:srgbClr val="002060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89527" y="1311564"/>
            <a:ext cx="10744200" cy="498583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Kadam, P. Pansare, P.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Gawali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Bhosale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“Smart Glove for Sign Language Recognition,”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and Communication Engineering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4, pp. 388–392, 2017.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S. Jadhav, V. H. Patil, and S. R. Khot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“Hand Gesture Recognition Based on Flex Sensors for Sign Language Translation,”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&amp; Technology (IJERT)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6, 2020.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Liu, Y. Jiang, and L. Zhang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“Real-Time Continuous Gesture Recognition for Natural Human-Computer Interaction,”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Multimedia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16, no. 8, pp. 2281–2291, Dec. 2014.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R. Kamat and A. S. Shinde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and Robotics with Open-Source 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CRC Press, 2021 – (for ESP32/Arduino integration and embedded systems design).</a:t>
            </a:r>
          </a:p>
          <a:p>
            <a:pPr>
              <a:lnSpc>
                <a:spcPct val="10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DFRobot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 MP3 Module Wiki and Documentation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Available online: https://wiki.dfrobot.com/DFPlayer_Mini_SKU_DFR0299.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73F1F8-C1BD-B29D-2C9A-6D456B4D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219" y="6568163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10                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77479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7893"/>
          </a:xfrm>
          <a:solidFill>
            <a:srgbClr val="00206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Phase 1 Project Report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61109" y="1253331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sz="112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Planning Phase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communication challenges of speech- and hearing-impaired individuals.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project objectives: gesture translation, appliance control.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feasibility study (technical, economic, and operational).</a:t>
            </a:r>
          </a:p>
          <a:p>
            <a:pPr marL="514350" indent="-5143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Design Phase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system architecture with sensors, microcontroller, and output modules.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hardware circuit design and component layout.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software logic for gesture mapping and communication.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37BC7-613D-96AD-6D16-77E35363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3328" y="6486144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   11      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70070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228889"/>
            <a:ext cx="11039764" cy="6203742"/>
          </a:xfrm>
        </p:spPr>
        <p:txBody>
          <a:bodyPr>
            <a:normAutofit fontScale="25000" lnSpcReduction="20000"/>
          </a:bodyPr>
          <a:lstStyle/>
          <a:p>
            <a:pPr marL="514350" indent="-5143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Development Phase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Procured and assembled hardware components on the glove.</a:t>
            </a:r>
          </a:p>
          <a:p>
            <a:pPr lvl="1"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Programmed ESP32/Arduino using Arduino IDE.</a:t>
            </a:r>
            <a:endParaRPr lang="en-US" sz="8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itchFamily="18" charset="0"/>
              </a:rPr>
              <a:t>Implemented gesture recognition, relay control, and audio playback features.</a:t>
            </a:r>
          </a:p>
          <a:p>
            <a:pPr marL="514350" indent="-5143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Testing Phase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unit testing of each module (gesture, relay, LCD, audio).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integration testing for combined hardware and software.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system accuracy and usability with real-time gestures.</a:t>
            </a:r>
          </a:p>
          <a:p>
            <a:pPr marL="514350" indent="-5143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Deployment Phase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prototype for demonstration and user trials.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Arduino code and Bluetooth connectivity.</a:t>
            </a:r>
            <a:endParaRPr lang="en-US" sz="96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514350" indent="-5143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Maintenance &amp; Evaluation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Recalibrated sensors and ensured power management.</a:t>
            </a:r>
          </a:p>
          <a:p>
            <a:pPr lvl="1">
              <a:lnSpc>
                <a:spcPct val="120000"/>
              </a:lnSpc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Planned future enhancements like ML and IoT integration.</a:t>
            </a:r>
          </a:p>
          <a:p>
            <a:endParaRPr lang="en-US" sz="80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9536EF-6579-747A-21A3-42C561D2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4145" y="6486144"/>
            <a:ext cx="2743200" cy="365125"/>
          </a:xfrm>
        </p:spPr>
        <p:txBody>
          <a:bodyPr/>
          <a:lstStyle/>
          <a:p>
            <a:fld id="{249020A1-FA28-4834-83A8-C0CE35CB1668}" type="slidenum">
              <a:rPr lang="en-IN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CB7BF-1D14-46EC-8E3E-24EFBDD1B9DB}"/>
              </a:ext>
            </a:extLst>
          </p:cNvPr>
          <p:cNvSpPr txBox="1"/>
          <p:nvPr/>
        </p:nvSpPr>
        <p:spPr>
          <a:xfrm>
            <a:off x="0" y="6535450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 (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IoT&amp;CSBT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EPCET                                                         BIC685  - Project Presentation                               12             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01686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78201" y="3130034"/>
            <a:ext cx="567157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IN" sz="6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B1D74-9A8F-57E6-CF9D-8536F1D7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816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1C5DB-312B-031E-0649-FABFCA5FC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       </a:t>
            </a:r>
          </a:p>
          <a:p>
            <a:pPr marL="0" indent="0">
              <a:buNone/>
            </a:pPr>
            <a:r>
              <a:rPr lang="en-IN" dirty="0"/>
              <a:t>                                                </a:t>
            </a:r>
            <a:endParaRPr lang="en-IN" sz="44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70E42E-87E0-174B-B649-EBE79136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991487"/>
      </p:ext>
    </p:extLst>
  </p:cSld>
  <p:clrMapOvr>
    <a:masterClrMapping/>
  </p:clrMapOvr>
</p:sld>
</file>

<file path=ppt/theme/theme1.xml><?xml version="1.0" encoding="utf-8"?>
<a:theme xmlns:a="http://schemas.openxmlformats.org/drawingml/2006/main" name="SAI VIDYA INSTITUTE OF TECHNOLOG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 VIDYA INSTITUTE OF TECHNOLOGY" id="{6E2E0BFB-66C5-439C-9215-787BD78E550D}" vid="{4BA40E75-3BD3-4897-98E8-5C67A83245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SAI VIDYA INSTITUTE OF TECHNOLOGY</Template>
  <TotalTime>2180</TotalTime>
  <Words>1006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SAI VIDYA INSTITUTE OF TECHNOLOGY</vt:lpstr>
      <vt:lpstr>EAST POINT COLLEGE OF ENGINEERING &amp; TECHNOLOGY</vt:lpstr>
      <vt:lpstr>Presentation Outline</vt:lpstr>
      <vt:lpstr>System Architecture and Identification of System Components</vt:lpstr>
      <vt:lpstr>Identification of system components:</vt:lpstr>
      <vt:lpstr>Demonstration of Prototype</vt:lpstr>
      <vt:lpstr>Problems Encountered</vt:lpstr>
      <vt:lpstr>Solutions Implemention</vt:lpstr>
      <vt:lpstr>Expected Outcome</vt:lpstr>
      <vt:lpstr>Conclusion</vt:lpstr>
      <vt:lpstr>References</vt:lpstr>
      <vt:lpstr>Phase 1 Project Report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 VIDYA INSTITUTE OF TECHNOLOGY</dc:title>
  <dc:creator>abhijith</dc:creator>
  <cp:lastModifiedBy>sonu sonu</cp:lastModifiedBy>
  <cp:revision>126</cp:revision>
  <dcterms:created xsi:type="dcterms:W3CDTF">2018-09-27T05:23:08Z</dcterms:created>
  <dcterms:modified xsi:type="dcterms:W3CDTF">2025-12-01T06:10:27Z</dcterms:modified>
</cp:coreProperties>
</file>